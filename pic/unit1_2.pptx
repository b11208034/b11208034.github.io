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84E80-A828-DDC4-32F5-9D302921E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A599D5-0644-32B8-DBC0-B7A26E08D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E5F1D-C256-F217-2BAF-C88F8F7B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D0F031-7820-01D3-0751-93C8EFAD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76B230-A7D2-CAD5-F8C2-D9C3412B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1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496E81-C18F-308A-F0E3-9DC49300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0E1427-B6A2-B6F7-57BD-D358C807E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301E49-BF85-BD91-CEE3-824668EC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5374E3-6D93-0AD5-524E-642E69B3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8D776B-A541-20FD-9A30-9CE58AD2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84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01D75-DC09-ABC4-413C-596A4E41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1A0BB6-14FF-DB24-D677-2E89A9BD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D63484-CE7E-0942-8C1F-C4171BC8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14D2D3-D3BF-EA05-637B-91CDD856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40B3-FE29-71C6-FCC0-33E06E77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959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6F475-BB6D-19E9-6309-D071E8D4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446CBE-4D26-B653-C6A7-4666D4036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3A7712-EA25-1898-D32A-904B345D0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CD480F-8E68-C8EC-EEEC-124D62B3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ACC165-931D-F6E7-57BA-388D7ADE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BF4FBB-E53C-EA1A-A12B-57F54770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84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B3DAD-F8B3-2A83-8BCC-D32AADED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E17805-52BF-83A8-FBCC-69BD472AA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7E4879-E044-4CAB-EA30-608907998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87FF8F-1535-FF2E-C944-56BAF816B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11D892-5BB9-0391-E9AE-031DF699A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9E2F192-3517-388A-2081-D5A1FA3E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3391105-B8D4-C442-832E-9F884177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7011869-7247-3F8A-6F64-D7044BF0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47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C0C8F2-A50D-AC1D-1D6B-A9F216E8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0564CC3-2855-2A5C-3DC8-E38EA3F5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922E71-F04F-2CF1-1228-874BA31F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5FA945-5AB0-6CB4-C5E3-E6ADEE57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82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6AE861F-0029-9750-B9AB-FE4AC2C9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0505F9-9817-66B4-1E7A-A18B4788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5BD2BB-B93A-D7EA-4A33-D6353AE3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63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C9AB32-F73C-1334-8D79-F16F129D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B9CB2B-CBBB-CEEB-5B3E-F52C13162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2C0FD7-2F21-50F6-3A88-51B8F0FA0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DD0AF9-EF02-72B2-353D-2016AAEA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DF103A-9BD6-DBD4-2870-525EDA98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3F88C0-5188-ACD3-7DEB-F71FB153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63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12198-A7C2-1903-6EDA-248D7E42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F817F8D-C762-5548-4439-4BC29405B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03BEED-6496-9BDE-4B02-9B4FA3560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137902-E971-A489-0D8D-29829500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C8AF1B-CD51-93F4-45C8-AF0971D4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F368F5-2FF5-263A-480F-8ADDF030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52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3B7DD-04B3-D674-13FA-9EB4D030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EAE3D8-7B73-364F-FFD1-ED348D9E5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1FC414-2449-F6DA-9BE6-4F1C47BE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DD7914-9E75-0374-713F-CB6503DD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1CD40-E95C-7955-0168-5827DE4A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97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4CCCCA3-6ACC-0792-D096-48C4CC2F5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8EF490-0302-A92C-9686-0F4AEB9BF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9C0A2A-AE73-D4BC-80DF-12E66516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2298A5-2384-9900-C602-A27954ED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A9296D-FF46-1F35-E481-78C65171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85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559AFC-3BC9-D4D1-81FD-DB78823F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468B5A-8549-4C7B-5D04-023DD6E6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B00D4D-367F-6F04-806B-089BAED8C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FCF4A-87A9-4297-9A1A-5D9E4DD87479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ECAA8A-03C6-0917-612D-F0EE0EB26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53C035-72CF-4FAA-6138-B41CA76FD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9E3CB-8598-4C8E-98D6-6617935643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7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B468010-44F9-B541-F518-2889BE1BB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0"/>
            <a:ext cx="7885821" cy="443397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45F9BEB-970F-4C15-D7F7-F669ED748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352" y="2773027"/>
            <a:ext cx="7262648" cy="408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30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2026-03-04T02:36:37Z</dcterms:created>
  <dcterms:modified xsi:type="dcterms:W3CDTF">2026-03-04T02:37:00Z</dcterms:modified>
</cp:coreProperties>
</file>